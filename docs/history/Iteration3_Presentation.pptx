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CRICKLYTICS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Cricket Analytics &amp; Probability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 / Sprint 3 — Final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4074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Aamir  (24L-2558)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Mahad Mahmood  (24L-2548)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FAST-NUCES, Department of Data Science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Cricklytics?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the new pitch, and Criclytics owns the ground."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Cricklytics is a next-generation cricket analytics platform that bridges historical data with future predictions. It transforms raw Cricsheet ball-by-ball data into Mega-Enriched insights — covering 6,200+ international matches across T20I, ODI, and Test formats — with ML-powered win probabilities, player comparisons, and real-time rankings.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572768" cy="21945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697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990088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pandas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66544" y="2606040"/>
            <a:ext cx="1572768" cy="21945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6272" y="2697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2990088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67328" y="2606040"/>
            <a:ext cx="1572768" cy="21945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77056" y="2697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77056" y="2990088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Cricsheet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Cricbuzz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CricAPI · ICC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68112" y="2606040"/>
            <a:ext cx="1572768" cy="21945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2697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990088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68896" y="2606040"/>
            <a:ext cx="1572768" cy="21945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8624" y="2697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78624" y="2990088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Advantages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strengths and known 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86868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Mega-Enrichment strategy serves complex scorecards via O(1) JSON lookup — sub-200ms response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64008" cy="86868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Power: Integrated ML models (14,542 training samples) provide a scientific basis for match outcome probabilities.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29000"/>
            <a:ext cx="64008" cy="86868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UI: Premium dark-mode aesthetic with Context Insights, Win Probability Bars, and card-based layouts.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64008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Dependency: Reliant on the Cricsheet open-source community for historical match data updates.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23160"/>
            <a:ext cx="64008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68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Limits: High-detail enrichment yields 93MB JSON files, requiring manual deployment strategies to bypass Git's 10MB limit.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64008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Latency: Live score API updates are subject to third-party CricAPI quotas and daily credit limits.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Non-Functional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quality attributes that shaped architectural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47472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(Latency)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serve processed match data to the client in under 200ms on the server-side.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via the Mega-Enrichment pipeline. All complex joins and stats are pre-calculated at build-time. The Flask API performs a simple O(1) lookup instead of O(N) on-demand calculation.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132338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&amp; Reliability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29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maintain 100% data parity between the Live API state and the Historical Cricsheet state.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9923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Smart Path Architecture. Once a match ends, the system automatically transitions from unstable live API data to a verified, enriched historical Cricsheet record — ensuring zero data gaps.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— UML Diagrams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UML diagrams — applicable to Sprint 3 (architecture unchanged)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Activity Diagram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Request Flow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337560" y="10972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Activity Diagram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Data Fetch &amp; Fallback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17920" y="10972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Activity Diagram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&amp; Records Flow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 Case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Use Cases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337560" y="29718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Sequence Diagram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Load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2651760" cy="16916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217920" y="29718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Sequence Diagram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Rankings Fallback 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— Class &amp; Sequence Diagrams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class structure and Player/Team comparison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56616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Class Diagram — 10 Classes across 3 Layers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Backend | Domain Model | JavaScript Layer)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3108960" cy="356616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760720" y="109728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Sequence Diagram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/ Team Comparison Flow 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Client-Server + Pipe-and-Filter Data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56616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Architecture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3108960" cy="74980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8040" y="1755648"/>
            <a:ext cx="0" cy="146304"/>
          </a:xfrm>
          <a:prstGeom prst="line">
            <a:avLst/>
          </a:prstGeom>
          <a:noFill/>
          <a:ln w="12700">
            <a:solidFill>
              <a:srgbClr val="1E60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901952"/>
            <a:ext cx="3108960" cy="749808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(app.py)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2651760"/>
            <a:ext cx="0" cy="146304"/>
          </a:xfrm>
          <a:prstGeom prst="line">
            <a:avLst/>
          </a:prstGeom>
          <a:noFill/>
          <a:ln w="12700">
            <a:solidFill>
              <a:srgbClr val="1E60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798064"/>
            <a:ext cx="3108960" cy="749808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816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Logic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3099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· Stats Modules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3547872"/>
            <a:ext cx="0" cy="146304"/>
          </a:xfrm>
          <a:prstGeom prst="line">
            <a:avLst/>
          </a:prstGeom>
          <a:noFill/>
          <a:ln w="12700">
            <a:solidFill>
              <a:srgbClr val="1E609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694176"/>
            <a:ext cx="3108960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Mega-Enriched JSON · ETL 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Mega-Enrichment Strategy: Shifts O(N) computation from Request-Time → Build-Time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Implementation — Screenshots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https://criclytics.aliamirchoudhary.workers.dev/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19202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Home Page — Hero &amp; Live Match Cards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2926080" cy="19202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0" y="109728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 to Open)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Matches Listing — Live / Upcoming / Completed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4114800" cy="18288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54880" y="3154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Match Detail — Scorecard Tab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Implementation — Screenshots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profiles, ML insights, team &amp; venue pages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9202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Player Profile — Career Stats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92024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Player Profile — ML Insights Tab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Teams Page — Rankings &amp; Win Rate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4114800" cy="18288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54880" y="3154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Venues Page — Cards &amp; Filters 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Implementation — Screenshots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tool, rankings, search, mobile &amp;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Player vs Player Comparison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55448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vs Team Comparison — H2H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651760" cy="16002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Rankings — ICC Style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697480"/>
            <a:ext cx="2651760" cy="16002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91840" y="27889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Global Search — Results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697480"/>
            <a:ext cx="2651760" cy="160020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26480" y="27889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Mobile View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334455"/>
          </a:solidFill>
          <a:ln w="12700">
            <a:solidFill>
              <a:srgbClr val="1E609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Hugging Face Spaces Deployment Dashboard 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Work Division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task allocation between team members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0175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Aamir (24L-2558)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Mahad Mahmood (24L-2548)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vs Player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API, ML probability bars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UI, format tabs, stat 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vs Team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H2H data &amp; venue win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UI, visualization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Search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/api/search, categorized indexing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Debouncing, result rendering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Rankings &amp;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ICC scraper, Cricsheet aggregation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panels, medal styling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Mega-Enrichment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process_cricsheet.py, completed_matches.json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path fallback,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setup, Git cleanup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Large-file uploads, env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Polish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Dark-mode CSS, card layouts,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Cross-page consistency,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README, API reference, BVA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comments, regression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6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2004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and product insights from Sprint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Not a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should track code only. Large data files belong in automated pipelines and manual production uploads. .gitignore is your best friend.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Pre-Computation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Lazy-loading raw files at runtime causes 500 errors. Mega-Enrichment moves the heavy lifting to build-time — resulting in sub-200ms O(1) lookups.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1115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Empathy: Context-Aware 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live UI elements on completed matches confuses users. Context-Aware UI (hiding live sections for historical matches) is a vital user empathy lesson.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60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Path for Multi-Environment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two environments. Smart Path fallback logic enables the same app.py to find files in both local (data/processed/) and production (/) without code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CRICKLYTICS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 &amp; DEPLOYED  |  May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https://criclytics.aliamirchoudhary.workers.dev/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Aamir  (24L-2558)  ·  Muhammad Mahad Mahmood  (24L-2548)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Cricklytics — Iteration 3 Presentation</dc:title>
  <dc:subject>PptxGenJS Presentation</dc:subject>
  <dc:creator>Muhammad Ali Aamir &amp; Muhammad Mahad Mahmood</dc:creator>
  <cp:lastModifiedBy>Muhammad Ali Aamir &amp; Muhammad Mahad Mahmood</cp:lastModifiedBy>
  <cp:revision>1</cp:revision>
  <dcterms:created xsi:type="dcterms:W3CDTF">2026-05-01T18:54:10Z</dcterms:created>
  <dcterms:modified xsi:type="dcterms:W3CDTF">2026-05-01T18:54:10Z</dcterms:modified>
</cp:coreProperties>
</file>